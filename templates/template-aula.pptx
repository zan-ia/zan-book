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10">
  <p:sldMasterIdLst>
    <p:sldMasterId id="2147483684" r:id="rId1"/>
  </p:sldMasterIdLst>
  <p:notesMasterIdLst>
    <p:notesMasterId r:id="rId8"/>
  </p:notesMasterIdLst>
  <p:sldIdLst>
    <p:sldId id="258" r:id="rId2"/>
    <p:sldId id="256" r:id="rId3"/>
    <p:sldId id="259" r:id="rId4"/>
    <p:sldId id="260" r:id="rId5"/>
    <p:sldId id="262" r:id="rId6"/>
    <p:sldId id="263" r:id="rId7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5363" userDrawn="1">
          <p15:clr>
            <a:srgbClr val="A4A3A4"/>
          </p15:clr>
        </p15:guide>
        <p15:guide id="8" pos="4286" userDrawn="1">
          <p15:clr>
            <a:srgbClr val="A4A3A4"/>
          </p15:clr>
        </p15:guide>
        <p15:guide id="9" orient="horz" pos="3159" userDrawn="1">
          <p15:clr>
            <a:srgbClr val="A4A3A4"/>
          </p15:clr>
        </p15:guide>
        <p15:guide id="10" pos="5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C591"/>
    <a:srgbClr val="0C609D"/>
    <a:srgbClr val="DA7826"/>
    <a:srgbClr val="CD7132"/>
    <a:srgbClr val="00627B"/>
    <a:srgbClr val="406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6"/>
    <p:restoredTop sz="96327"/>
  </p:normalViewPr>
  <p:slideViewPr>
    <p:cSldViewPr snapToGrid="0" snapToObjects="1">
      <p:cViewPr>
        <p:scale>
          <a:sx n="75" d="100"/>
          <a:sy n="75" d="100"/>
        </p:scale>
        <p:origin x="2035" y="43"/>
      </p:cViewPr>
      <p:guideLst>
        <p:guide orient="horz" pos="5363"/>
        <p:guide pos="4286"/>
        <p:guide orient="horz" pos="3159"/>
        <p:guide pos="5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93D913-3AD7-574A-A68E-851E71C9731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A82479-0B8C-A042-8407-C8EE15CEABB5}">
      <dgm:prSet phldrT="[Text]" phldr="1"/>
      <dgm:spPr>
        <a:solidFill>
          <a:srgbClr val="0C609D"/>
        </a:solidFill>
      </dgm:spPr>
      <dgm:t>
        <a:bodyPr/>
        <a:lstStyle/>
        <a:p>
          <a:endParaRPr lang="en-US"/>
        </a:p>
      </dgm:t>
    </dgm:pt>
    <dgm:pt modelId="{14085566-66F7-3D45-AFB1-6E23B376ACA7}" type="parTrans" cxnId="{C416C6E3-18E7-8945-8863-DE65C788EC34}">
      <dgm:prSet/>
      <dgm:spPr/>
      <dgm:t>
        <a:bodyPr/>
        <a:lstStyle/>
        <a:p>
          <a:endParaRPr lang="en-US"/>
        </a:p>
      </dgm:t>
    </dgm:pt>
    <dgm:pt modelId="{47912D7E-DC3B-404A-A591-2AD9376BE7B2}" type="sibTrans" cxnId="{C416C6E3-18E7-8945-8863-DE65C788EC34}">
      <dgm:prSet/>
      <dgm:spPr/>
      <dgm:t>
        <a:bodyPr/>
        <a:lstStyle/>
        <a:p>
          <a:endParaRPr lang="en-US"/>
        </a:p>
      </dgm:t>
    </dgm:pt>
    <dgm:pt modelId="{10AD425D-4282-394C-8A5B-C8C4D6C504A0}">
      <dgm:prSet phldrT="[Text]" phldr="1"/>
      <dgm:spPr>
        <a:solidFill>
          <a:srgbClr val="0C609D"/>
        </a:solidFill>
      </dgm:spPr>
      <dgm:t>
        <a:bodyPr/>
        <a:lstStyle/>
        <a:p>
          <a:endParaRPr lang="en-US"/>
        </a:p>
      </dgm:t>
    </dgm:pt>
    <dgm:pt modelId="{D472966B-9BF1-5441-95ED-6420DC32F934}" type="parTrans" cxnId="{A700AAFC-2E22-4247-A0A0-6549B570B728}">
      <dgm:prSet/>
      <dgm:spPr/>
      <dgm:t>
        <a:bodyPr/>
        <a:lstStyle/>
        <a:p>
          <a:endParaRPr lang="en-US"/>
        </a:p>
      </dgm:t>
    </dgm:pt>
    <dgm:pt modelId="{25BA729E-78B1-C443-A441-9293F3A3E944}" type="sibTrans" cxnId="{A700AAFC-2E22-4247-A0A0-6549B570B728}">
      <dgm:prSet/>
      <dgm:spPr/>
      <dgm:t>
        <a:bodyPr/>
        <a:lstStyle/>
        <a:p>
          <a:endParaRPr lang="en-US"/>
        </a:p>
      </dgm:t>
    </dgm:pt>
    <dgm:pt modelId="{5EE33755-58E8-F847-9B96-B195748DC5BE}">
      <dgm:prSet phldrT="[Text]" phldr="1"/>
      <dgm:spPr>
        <a:solidFill>
          <a:srgbClr val="0C609D"/>
        </a:solidFill>
      </dgm:spPr>
      <dgm:t>
        <a:bodyPr/>
        <a:lstStyle/>
        <a:p>
          <a:endParaRPr lang="en-US"/>
        </a:p>
      </dgm:t>
    </dgm:pt>
    <dgm:pt modelId="{22AAAB85-F6DF-6145-9456-9F19C04179F5}" type="parTrans" cxnId="{9780089D-F100-B44B-A115-017D9DDBD1D4}">
      <dgm:prSet/>
      <dgm:spPr/>
      <dgm:t>
        <a:bodyPr/>
        <a:lstStyle/>
        <a:p>
          <a:endParaRPr lang="en-US"/>
        </a:p>
      </dgm:t>
    </dgm:pt>
    <dgm:pt modelId="{8399AA32-B426-814A-94D8-7EF937F5C2D5}" type="sibTrans" cxnId="{9780089D-F100-B44B-A115-017D9DDBD1D4}">
      <dgm:prSet/>
      <dgm:spPr/>
      <dgm:t>
        <a:bodyPr/>
        <a:lstStyle/>
        <a:p>
          <a:endParaRPr lang="en-US"/>
        </a:p>
      </dgm:t>
    </dgm:pt>
    <dgm:pt modelId="{31C2B0EF-6F8F-8F48-9040-5F8A3EDF4254}">
      <dgm:prSet phldrT="[Text]" phldr="1"/>
      <dgm:spPr>
        <a:solidFill>
          <a:srgbClr val="0C609D"/>
        </a:solidFill>
      </dgm:spPr>
      <dgm:t>
        <a:bodyPr/>
        <a:lstStyle/>
        <a:p>
          <a:endParaRPr lang="en-US"/>
        </a:p>
      </dgm:t>
    </dgm:pt>
    <dgm:pt modelId="{9DF5A84D-6C58-C041-9C56-36DB70B7BF65}" type="parTrans" cxnId="{A7B3207B-127C-FE4E-8651-689468067248}">
      <dgm:prSet/>
      <dgm:spPr/>
      <dgm:t>
        <a:bodyPr/>
        <a:lstStyle/>
        <a:p>
          <a:endParaRPr lang="en-US"/>
        </a:p>
      </dgm:t>
    </dgm:pt>
    <dgm:pt modelId="{0AE45FB5-6C73-2C44-87EA-7A97C697684F}" type="sibTrans" cxnId="{A7B3207B-127C-FE4E-8651-689468067248}">
      <dgm:prSet/>
      <dgm:spPr/>
      <dgm:t>
        <a:bodyPr/>
        <a:lstStyle/>
        <a:p>
          <a:endParaRPr lang="en-US"/>
        </a:p>
      </dgm:t>
    </dgm:pt>
    <dgm:pt modelId="{5B612BBB-DF1D-1542-A73C-79D6382C59D7}" type="pres">
      <dgm:prSet presAssocID="{F293D913-3AD7-574A-A68E-851E71C9731B}" presName="matrix" presStyleCnt="0">
        <dgm:presLayoutVars>
          <dgm:chMax val="1"/>
          <dgm:dir/>
          <dgm:resizeHandles val="exact"/>
        </dgm:presLayoutVars>
      </dgm:prSet>
      <dgm:spPr/>
    </dgm:pt>
    <dgm:pt modelId="{1BDF057F-AE64-D34D-8CBB-CB9A0DEE6061}" type="pres">
      <dgm:prSet presAssocID="{F293D913-3AD7-574A-A68E-851E71C9731B}" presName="diamond" presStyleLbl="bgShp" presStyleIdx="0" presStyleCnt="1"/>
      <dgm:spPr>
        <a:solidFill>
          <a:srgbClr val="20C591">
            <a:alpha val="33145"/>
          </a:srgbClr>
        </a:solidFill>
      </dgm:spPr>
    </dgm:pt>
    <dgm:pt modelId="{CD34026F-5B5A-6143-83B8-ABDDE75B18C2}" type="pres">
      <dgm:prSet presAssocID="{F293D913-3AD7-574A-A68E-851E71C9731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D343F35-883D-0040-9C7A-FD9EF5792B7F}" type="pres">
      <dgm:prSet presAssocID="{F293D913-3AD7-574A-A68E-851E71C9731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7D4EE99-947D-7949-9286-CA2638426B08}" type="pres">
      <dgm:prSet presAssocID="{F293D913-3AD7-574A-A68E-851E71C9731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AA053E4-839F-E64A-B225-F1ED086499BE}" type="pres">
      <dgm:prSet presAssocID="{F293D913-3AD7-574A-A68E-851E71C9731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8167F1F-A3A3-E540-B82C-8144BF2296CE}" type="presOf" srcId="{31C2B0EF-6F8F-8F48-9040-5F8A3EDF4254}" destId="{2AA053E4-839F-E64A-B225-F1ED086499BE}" srcOrd="0" destOrd="0" presId="urn:microsoft.com/office/officeart/2005/8/layout/matrix3"/>
    <dgm:cxn modelId="{6A95055A-8091-4F45-B252-D82897E9E42C}" type="presOf" srcId="{10AD425D-4282-394C-8A5B-C8C4D6C504A0}" destId="{5D343F35-883D-0040-9C7A-FD9EF5792B7F}" srcOrd="0" destOrd="0" presId="urn:microsoft.com/office/officeart/2005/8/layout/matrix3"/>
    <dgm:cxn modelId="{A7B3207B-127C-FE4E-8651-689468067248}" srcId="{F293D913-3AD7-574A-A68E-851E71C9731B}" destId="{31C2B0EF-6F8F-8F48-9040-5F8A3EDF4254}" srcOrd="3" destOrd="0" parTransId="{9DF5A84D-6C58-C041-9C56-36DB70B7BF65}" sibTransId="{0AE45FB5-6C73-2C44-87EA-7A97C697684F}"/>
    <dgm:cxn modelId="{9780089D-F100-B44B-A115-017D9DDBD1D4}" srcId="{F293D913-3AD7-574A-A68E-851E71C9731B}" destId="{5EE33755-58E8-F847-9B96-B195748DC5BE}" srcOrd="2" destOrd="0" parTransId="{22AAAB85-F6DF-6145-9456-9F19C04179F5}" sibTransId="{8399AA32-B426-814A-94D8-7EF937F5C2D5}"/>
    <dgm:cxn modelId="{7305DAB3-52DC-3C49-AD60-DC7394D711FE}" type="presOf" srcId="{F293D913-3AD7-574A-A68E-851E71C9731B}" destId="{5B612BBB-DF1D-1542-A73C-79D6382C59D7}" srcOrd="0" destOrd="0" presId="urn:microsoft.com/office/officeart/2005/8/layout/matrix3"/>
    <dgm:cxn modelId="{C8D942D2-87CB-8A46-87A0-56DB509794E7}" type="presOf" srcId="{5EE33755-58E8-F847-9B96-B195748DC5BE}" destId="{67D4EE99-947D-7949-9286-CA2638426B08}" srcOrd="0" destOrd="0" presId="urn:microsoft.com/office/officeart/2005/8/layout/matrix3"/>
    <dgm:cxn modelId="{C416C6E3-18E7-8945-8863-DE65C788EC34}" srcId="{F293D913-3AD7-574A-A68E-851E71C9731B}" destId="{81A82479-0B8C-A042-8407-C8EE15CEABB5}" srcOrd="0" destOrd="0" parTransId="{14085566-66F7-3D45-AFB1-6E23B376ACA7}" sibTransId="{47912D7E-DC3B-404A-A591-2AD9376BE7B2}"/>
    <dgm:cxn modelId="{7E6DB9EF-1D4E-C547-B72A-1DAA1017A20D}" type="presOf" srcId="{81A82479-0B8C-A042-8407-C8EE15CEABB5}" destId="{CD34026F-5B5A-6143-83B8-ABDDE75B18C2}" srcOrd="0" destOrd="0" presId="urn:microsoft.com/office/officeart/2005/8/layout/matrix3"/>
    <dgm:cxn modelId="{A700AAFC-2E22-4247-A0A0-6549B570B728}" srcId="{F293D913-3AD7-574A-A68E-851E71C9731B}" destId="{10AD425D-4282-394C-8A5B-C8C4D6C504A0}" srcOrd="1" destOrd="0" parTransId="{D472966B-9BF1-5441-95ED-6420DC32F934}" sibTransId="{25BA729E-78B1-C443-A441-9293F3A3E944}"/>
    <dgm:cxn modelId="{A372F8F9-3CD1-AB49-A9C4-3BB47739FCF1}" type="presParOf" srcId="{5B612BBB-DF1D-1542-A73C-79D6382C59D7}" destId="{1BDF057F-AE64-D34D-8CBB-CB9A0DEE6061}" srcOrd="0" destOrd="0" presId="urn:microsoft.com/office/officeart/2005/8/layout/matrix3"/>
    <dgm:cxn modelId="{4C3A5FC6-333A-3642-8199-F565EFF56D6C}" type="presParOf" srcId="{5B612BBB-DF1D-1542-A73C-79D6382C59D7}" destId="{CD34026F-5B5A-6143-83B8-ABDDE75B18C2}" srcOrd="1" destOrd="0" presId="urn:microsoft.com/office/officeart/2005/8/layout/matrix3"/>
    <dgm:cxn modelId="{1C273778-CDBB-2E4A-915B-90924D6AF2E7}" type="presParOf" srcId="{5B612BBB-DF1D-1542-A73C-79D6382C59D7}" destId="{5D343F35-883D-0040-9C7A-FD9EF5792B7F}" srcOrd="2" destOrd="0" presId="urn:microsoft.com/office/officeart/2005/8/layout/matrix3"/>
    <dgm:cxn modelId="{54478DC7-096D-FE42-8E8F-F43CCDE917A9}" type="presParOf" srcId="{5B612BBB-DF1D-1542-A73C-79D6382C59D7}" destId="{67D4EE99-947D-7949-9286-CA2638426B08}" srcOrd="3" destOrd="0" presId="urn:microsoft.com/office/officeart/2005/8/layout/matrix3"/>
    <dgm:cxn modelId="{03F147A3-4C52-4744-9C71-2F867E58E526}" type="presParOf" srcId="{5B612BBB-DF1D-1542-A73C-79D6382C59D7}" destId="{2AA053E4-839F-E64A-B225-F1ED086499B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F057F-AE64-D34D-8CBB-CB9A0DEE6061}">
      <dsp:nvSpPr>
        <dsp:cNvPr id="0" name=""/>
        <dsp:cNvSpPr/>
      </dsp:nvSpPr>
      <dsp:spPr>
        <a:xfrm>
          <a:off x="424850" y="0"/>
          <a:ext cx="1974980" cy="1974980"/>
        </a:xfrm>
        <a:prstGeom prst="diamond">
          <a:avLst/>
        </a:prstGeom>
        <a:solidFill>
          <a:srgbClr val="20C591">
            <a:alpha val="33145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4026F-5B5A-6143-83B8-ABDDE75B18C2}">
      <dsp:nvSpPr>
        <dsp:cNvPr id="0" name=""/>
        <dsp:cNvSpPr/>
      </dsp:nvSpPr>
      <dsp:spPr>
        <a:xfrm>
          <a:off x="612473" y="187623"/>
          <a:ext cx="770242" cy="770242"/>
        </a:xfrm>
        <a:prstGeom prst="roundRect">
          <a:avLst/>
        </a:prstGeom>
        <a:solidFill>
          <a:srgbClr val="0C609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50073" y="225223"/>
        <a:ext cx="695042" cy="695042"/>
      </dsp:txXfrm>
    </dsp:sp>
    <dsp:sp modelId="{5D343F35-883D-0040-9C7A-FD9EF5792B7F}">
      <dsp:nvSpPr>
        <dsp:cNvPr id="0" name=""/>
        <dsp:cNvSpPr/>
      </dsp:nvSpPr>
      <dsp:spPr>
        <a:xfrm>
          <a:off x="1441964" y="187623"/>
          <a:ext cx="770242" cy="770242"/>
        </a:xfrm>
        <a:prstGeom prst="roundRect">
          <a:avLst/>
        </a:prstGeom>
        <a:solidFill>
          <a:srgbClr val="0C609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479564" y="225223"/>
        <a:ext cx="695042" cy="695042"/>
      </dsp:txXfrm>
    </dsp:sp>
    <dsp:sp modelId="{67D4EE99-947D-7949-9286-CA2638426B08}">
      <dsp:nvSpPr>
        <dsp:cNvPr id="0" name=""/>
        <dsp:cNvSpPr/>
      </dsp:nvSpPr>
      <dsp:spPr>
        <a:xfrm>
          <a:off x="612473" y="1017114"/>
          <a:ext cx="770242" cy="770242"/>
        </a:xfrm>
        <a:prstGeom prst="roundRect">
          <a:avLst/>
        </a:prstGeom>
        <a:solidFill>
          <a:srgbClr val="0C609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50073" y="1054714"/>
        <a:ext cx="695042" cy="695042"/>
      </dsp:txXfrm>
    </dsp:sp>
    <dsp:sp modelId="{2AA053E4-839F-E64A-B225-F1ED086499BE}">
      <dsp:nvSpPr>
        <dsp:cNvPr id="0" name=""/>
        <dsp:cNvSpPr/>
      </dsp:nvSpPr>
      <dsp:spPr>
        <a:xfrm>
          <a:off x="1441964" y="1017114"/>
          <a:ext cx="770242" cy="770242"/>
        </a:xfrm>
        <a:prstGeom prst="roundRect">
          <a:avLst/>
        </a:prstGeom>
        <a:solidFill>
          <a:srgbClr val="0C609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479564" y="1054714"/>
        <a:ext cx="695042" cy="695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FDB1E-500C-214B-AD57-F2F9AB80900A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B54BF-F049-FA47-B776-5EEB98B10EC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368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1464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3693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894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3673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18525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8547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1841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5115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1668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0539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9116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CA216-3870-8042-B853-EC9CEC6E4F53}" type="datetimeFigureOut">
              <a:rPr lang="en-BR" smtClean="0"/>
              <a:t>11/04/2023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DFD74-3E87-3F43-90CD-02D6D6A2D2B7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5649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diagramData" Target="../diagrams/data1.xml"/><Relationship Id="rId3" Type="http://schemas.openxmlformats.org/officeDocument/2006/relationships/image" Target="../media/image8.png"/><Relationship Id="rId21" Type="http://schemas.openxmlformats.org/officeDocument/2006/relationships/diagramColors" Target="../diagrams/colors1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3.jpg"/><Relationship Id="rId16" Type="http://schemas.openxmlformats.org/officeDocument/2006/relationships/image" Target="../media/image21.jpeg"/><Relationship Id="rId20" Type="http://schemas.openxmlformats.org/officeDocument/2006/relationships/diagramQuickStyle" Target="../diagrams/quickStyl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diagramLayout" Target="../diagrams/layout1.xm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17F1EB9-DD13-7671-44FC-5C6E2E05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207" y="6072844"/>
            <a:ext cx="317500" cy="1435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621544-DE50-2897-43E1-E982A186BF31}"/>
              </a:ext>
            </a:extLst>
          </p:cNvPr>
          <p:cNvSpPr txBox="1"/>
          <p:nvPr/>
        </p:nvSpPr>
        <p:spPr>
          <a:xfrm>
            <a:off x="3635707" y="6251785"/>
            <a:ext cx="418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chemeClr val="bg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MODELO DE </a:t>
            </a:r>
          </a:p>
          <a:p>
            <a:pPr algn="just"/>
            <a:r>
              <a:rPr lang="en-US" sz="3200" b="1" dirty="0">
                <a:solidFill>
                  <a:schemeClr val="bg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TÍTULO GRANDE</a:t>
            </a:r>
            <a:endParaRPr lang="en-BR" sz="3200" b="1" dirty="0">
              <a:solidFill>
                <a:schemeClr val="bg1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9CBC57-78C7-CEBA-6F2F-D5296944D8DA}"/>
              </a:ext>
            </a:extLst>
          </p:cNvPr>
          <p:cNvSpPr txBox="1"/>
          <p:nvPr/>
        </p:nvSpPr>
        <p:spPr>
          <a:xfrm>
            <a:off x="5412645" y="8181644"/>
            <a:ext cx="24074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6600" b="1" dirty="0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&lt;/&gt;</a:t>
            </a:r>
            <a:endParaRPr lang="en-BR" sz="6600" b="1" dirty="0">
              <a:solidFill>
                <a:srgbClr val="20C591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87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Diagonal Corner Rectangle 13">
            <a:extLst>
              <a:ext uri="{FF2B5EF4-FFF2-40B4-BE49-F238E27FC236}">
                <a16:creationId xmlns:a16="http://schemas.microsoft.com/office/drawing/2014/main" id="{4434BB7A-3E90-7DC8-B09E-E0582016D046}"/>
              </a:ext>
            </a:extLst>
          </p:cNvPr>
          <p:cNvSpPr/>
          <p:nvPr/>
        </p:nvSpPr>
        <p:spPr>
          <a:xfrm>
            <a:off x="3841650" y="5684147"/>
            <a:ext cx="3062288" cy="2574029"/>
          </a:xfrm>
          <a:prstGeom prst="snip2DiagRect">
            <a:avLst/>
          </a:prstGeom>
          <a:solidFill>
            <a:srgbClr val="20C59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72F3B-A245-A846-B318-51DC4538156E}"/>
              </a:ext>
            </a:extLst>
          </p:cNvPr>
          <p:cNvSpPr txBox="1"/>
          <p:nvPr/>
        </p:nvSpPr>
        <p:spPr>
          <a:xfrm>
            <a:off x="697160" y="2571985"/>
            <a:ext cx="2860394" cy="283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minim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veniam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nostrud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tation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ullamcorper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suscipit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lobortis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nisl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aliquip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commodo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Duis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autem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vel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iriure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 in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hendrerit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vulputate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molestie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vel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illum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feugiat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facilisis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eros et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accumsan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iusto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odio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dignissim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blandit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praesent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luptatum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zzril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delenit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augue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feugait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cons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ectetuer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</a:t>
            </a:r>
            <a:endParaRPr lang="en-BR" sz="1024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1E931-52C5-5C4B-B441-9A604EEECA31}"/>
              </a:ext>
            </a:extLst>
          </p:cNvPr>
          <p:cNvSpPr txBox="1"/>
          <p:nvPr/>
        </p:nvSpPr>
        <p:spPr>
          <a:xfrm>
            <a:off x="4002122" y="2571985"/>
            <a:ext cx="2860394" cy="283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minim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veniam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nostrud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tation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ullamcorper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suscipit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lobortis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nisl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aliquip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commodo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Duis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autem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vel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iriure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 in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hendrerit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vulputate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molestie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vel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illum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feugiat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facilisis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eros et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accumsan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iusto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odio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dignissim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blandit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praesent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luptatum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zzril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delenit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augue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feugait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cons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ectetuer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</a:t>
            </a:r>
            <a:endParaRPr lang="en-BR" sz="1024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41F89-AD60-FE45-A6F6-3C661A91F50B}"/>
              </a:ext>
            </a:extLst>
          </p:cNvPr>
          <p:cNvSpPr txBox="1"/>
          <p:nvPr/>
        </p:nvSpPr>
        <p:spPr>
          <a:xfrm>
            <a:off x="663597" y="1128120"/>
            <a:ext cx="4408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Modelo</a:t>
            </a:r>
            <a:r>
              <a:rPr lang="en-US" sz="2000" b="1" dirty="0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b="1" dirty="0" err="1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Título</a:t>
            </a:r>
            <a:endParaRPr lang="en-BR" sz="2000" b="1" dirty="0">
              <a:solidFill>
                <a:srgbClr val="20C591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AE919-82AE-A348-983C-712B86BD9E8C}"/>
              </a:ext>
            </a:extLst>
          </p:cNvPr>
          <p:cNvSpPr txBox="1"/>
          <p:nvPr/>
        </p:nvSpPr>
        <p:spPr>
          <a:xfrm>
            <a:off x="688565" y="1603492"/>
            <a:ext cx="2860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>
                <a:solidFill>
                  <a:srgbClr val="0C609D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Modelo</a:t>
            </a:r>
            <a:r>
              <a:rPr lang="en-US" b="1" dirty="0">
                <a:solidFill>
                  <a:srgbClr val="0C609D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b="1" dirty="0" err="1">
                <a:solidFill>
                  <a:srgbClr val="0C609D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Subtítulo</a:t>
            </a:r>
            <a:endParaRPr lang="en-BR" b="1" dirty="0">
              <a:solidFill>
                <a:srgbClr val="0C609D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9F3FF-1433-5641-A73F-C0B89F4CAD12}"/>
              </a:ext>
            </a:extLst>
          </p:cNvPr>
          <p:cNvSpPr txBox="1"/>
          <p:nvPr/>
        </p:nvSpPr>
        <p:spPr>
          <a:xfrm>
            <a:off x="688565" y="8119830"/>
            <a:ext cx="2743331" cy="481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</a:t>
            </a:r>
            <a:endParaRPr lang="en-BR" sz="819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40CD76-6442-3542-94CA-982F77591944}"/>
              </a:ext>
            </a:extLst>
          </p:cNvPr>
          <p:cNvSpPr txBox="1"/>
          <p:nvPr/>
        </p:nvSpPr>
        <p:spPr>
          <a:xfrm>
            <a:off x="4074233" y="6228083"/>
            <a:ext cx="2634117" cy="15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331"/>
              </a:lnSpc>
            </a:pP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wisi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minim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veniam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quis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nostrud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exerci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tation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ullamcorper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suscipit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lobortis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nisl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aliquip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commodo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Duis autem vel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eum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iriure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 in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hendrerit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vulputate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velit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esse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molestie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i="1" dirty="0" err="1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i="1" dirty="0">
                <a:solidFill>
                  <a:srgbClr val="0C609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endParaRPr lang="en-BR" sz="1024" i="1" dirty="0">
              <a:solidFill>
                <a:srgbClr val="CD713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5AD9E7-54E3-9241-8239-F6E165CBB97A}"/>
              </a:ext>
            </a:extLst>
          </p:cNvPr>
          <p:cNvSpPr txBox="1"/>
          <p:nvPr/>
        </p:nvSpPr>
        <p:spPr>
          <a:xfrm>
            <a:off x="697160" y="8847249"/>
            <a:ext cx="2860394" cy="119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minim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veniam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nostrud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tation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ullamcorper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suscipit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lobortis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nisl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aliquip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commodo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Duis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autem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vel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iriure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 in</a:t>
            </a:r>
            <a:endParaRPr lang="en-BR" sz="1024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BCB755-2A13-630D-C056-C4FAE8D282F4}"/>
              </a:ext>
            </a:extLst>
          </p:cNvPr>
          <p:cNvSpPr>
            <a:spLocks/>
          </p:cNvSpPr>
          <p:nvPr/>
        </p:nvSpPr>
        <p:spPr>
          <a:xfrm>
            <a:off x="755694" y="5669859"/>
            <a:ext cx="2676203" cy="2348400"/>
          </a:xfrm>
          <a:prstGeom prst="rect">
            <a:avLst/>
          </a:prstGeom>
          <a:solidFill>
            <a:schemeClr val="bg2">
              <a:lumMod val="75000"/>
              <a:alpha val="394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1844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0BFDE-4B5E-ECA3-D1D8-384E51893A7B}"/>
              </a:ext>
            </a:extLst>
          </p:cNvPr>
          <p:cNvSpPr txBox="1"/>
          <p:nvPr/>
        </p:nvSpPr>
        <p:spPr>
          <a:xfrm>
            <a:off x="4043544" y="8874522"/>
            <a:ext cx="2860394" cy="119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minim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veniam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nostrud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tation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ullamcorper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suscipit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lobortis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nisl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aliquip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commodo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Duis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autem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vel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iriure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 in</a:t>
            </a:r>
            <a:endParaRPr lang="en-BR" sz="1024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1BA8D8-A50D-C01F-9A14-309F23A2AA74}"/>
              </a:ext>
            </a:extLst>
          </p:cNvPr>
          <p:cNvSpPr txBox="1"/>
          <p:nvPr/>
        </p:nvSpPr>
        <p:spPr>
          <a:xfrm>
            <a:off x="1718165" y="6715830"/>
            <a:ext cx="1521835" cy="218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figura</a:t>
            </a:r>
            <a:endParaRPr lang="en-BR" sz="819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2" descr="Dicas - ícones de eletrônicos grátis">
            <a:extLst>
              <a:ext uri="{FF2B5EF4-FFF2-40B4-BE49-F238E27FC236}">
                <a16:creationId xmlns:a16="http://schemas.microsoft.com/office/drawing/2014/main" id="{49503633-DEBE-2A0C-FF0F-558114045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715" y="5485279"/>
            <a:ext cx="621495" cy="62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886DEA5-F639-7B61-56FF-596949BF7869}"/>
              </a:ext>
            </a:extLst>
          </p:cNvPr>
          <p:cNvSpPr txBox="1"/>
          <p:nvPr/>
        </p:nvSpPr>
        <p:spPr>
          <a:xfrm>
            <a:off x="4074233" y="5830316"/>
            <a:ext cx="1354895" cy="38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44" b="1" dirty="0">
                <a:solidFill>
                  <a:srgbClr val="20C5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DICA!</a:t>
            </a:r>
            <a:endParaRPr lang="en-BR" sz="1844" b="1" dirty="0">
              <a:solidFill>
                <a:srgbClr val="20C59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AutoShape 2" descr="Window Dev Tools Vector SVG Icon - SVG Repo">
            <a:extLst>
              <a:ext uri="{FF2B5EF4-FFF2-40B4-BE49-F238E27FC236}">
                <a16:creationId xmlns:a16="http://schemas.microsoft.com/office/drawing/2014/main" id="{EAE9463E-9880-5D77-34C8-B30D4C6D1D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7438" y="51927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R"/>
          </a:p>
        </p:txBody>
      </p:sp>
      <p:pic>
        <p:nvPicPr>
          <p:cNvPr id="1034" name="Picture 10" descr="Developer - Free computer icons">
            <a:extLst>
              <a:ext uri="{FF2B5EF4-FFF2-40B4-BE49-F238E27FC236}">
                <a16:creationId xmlns:a16="http://schemas.microsoft.com/office/drawing/2014/main" id="{3D9FA3A2-1420-A859-6620-C5B6F5E9E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789" y="1276670"/>
            <a:ext cx="1089727" cy="108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876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1341F89-AD60-FE45-A6F6-3C661A91F50B}"/>
              </a:ext>
            </a:extLst>
          </p:cNvPr>
          <p:cNvSpPr txBox="1"/>
          <p:nvPr/>
        </p:nvSpPr>
        <p:spPr>
          <a:xfrm>
            <a:off x="732158" y="1297230"/>
            <a:ext cx="418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C609D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MODELO DE TÍTULO GRANDE</a:t>
            </a:r>
            <a:endParaRPr lang="en-BR" sz="2400" b="1" dirty="0">
              <a:solidFill>
                <a:srgbClr val="0C609D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9F3FF-1433-5641-A73F-C0B89F4CAD12}"/>
              </a:ext>
            </a:extLst>
          </p:cNvPr>
          <p:cNvSpPr txBox="1"/>
          <p:nvPr/>
        </p:nvSpPr>
        <p:spPr>
          <a:xfrm>
            <a:off x="732158" y="7141607"/>
            <a:ext cx="6106865" cy="218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819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81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</a:t>
            </a:r>
            <a:endParaRPr lang="en-BR" sz="819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5AD9E7-54E3-9241-8239-F6E165CBB97A}"/>
              </a:ext>
            </a:extLst>
          </p:cNvPr>
          <p:cNvSpPr txBox="1"/>
          <p:nvPr/>
        </p:nvSpPr>
        <p:spPr>
          <a:xfrm>
            <a:off x="697160" y="8847249"/>
            <a:ext cx="2860394" cy="119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euismod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laoreet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dolore magna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Ut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wisi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 minim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veniam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nostrud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exerci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tation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ullamcorper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suscipit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lobortis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nisl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aliquip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commodo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consequat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Duis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autem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vel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eum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iriure</a:t>
            </a:r>
            <a:r>
              <a:rPr lang="en-US" sz="102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dolor in</a:t>
            </a:r>
            <a:endParaRPr lang="en-BR" sz="1024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AutoShape 2" descr="Window Dev Tools Vector SVG Icon - SVG Repo">
            <a:extLst>
              <a:ext uri="{FF2B5EF4-FFF2-40B4-BE49-F238E27FC236}">
                <a16:creationId xmlns:a16="http://schemas.microsoft.com/office/drawing/2014/main" id="{EAE9463E-9880-5D77-34C8-B30D4C6D1D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7438" y="51927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AF8ED-8605-2652-24A2-4C636E04A1C8}"/>
              </a:ext>
            </a:extLst>
          </p:cNvPr>
          <p:cNvSpPr txBox="1"/>
          <p:nvPr/>
        </p:nvSpPr>
        <p:spPr>
          <a:xfrm>
            <a:off x="4751680" y="1140740"/>
            <a:ext cx="14900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&lt;/&gt;</a:t>
            </a:r>
            <a:endParaRPr lang="en-BR" sz="4400" b="1" dirty="0">
              <a:solidFill>
                <a:srgbClr val="20C591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Window dev tools icon svg - Free download">
            <a:extLst>
              <a:ext uri="{FF2B5EF4-FFF2-40B4-BE49-F238E27FC236}">
                <a16:creationId xmlns:a16="http://schemas.microsoft.com/office/drawing/2014/main" id="{927EAA33-4B5D-5FD2-86B5-5B7B7E45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86" y="7612057"/>
            <a:ext cx="1090410" cy="109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52CDCC-7089-0FC2-F90D-0729DB323682}"/>
              </a:ext>
            </a:extLst>
          </p:cNvPr>
          <p:cNvSpPr/>
          <p:nvPr/>
        </p:nvSpPr>
        <p:spPr>
          <a:xfrm>
            <a:off x="4222326" y="8157262"/>
            <a:ext cx="2561663" cy="1848078"/>
          </a:xfrm>
          <a:prstGeom prst="rect">
            <a:avLst/>
          </a:prstGeom>
          <a:solidFill>
            <a:srgbClr val="0C609D">
              <a:alpha val="1985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2052" name="Picture 4" descr="Agenda icon cartazes para a parede • posters cliente, computador, acetinado  | myloview.com.br">
            <a:extLst>
              <a:ext uri="{FF2B5EF4-FFF2-40B4-BE49-F238E27FC236}">
                <a16:creationId xmlns:a16="http://schemas.microsoft.com/office/drawing/2014/main" id="{D56C04B0-017C-744D-44EF-24B34DAE0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148" y="7534732"/>
            <a:ext cx="1090410" cy="109041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6AE919-82AE-A348-983C-712B86BD9E8C}"/>
              </a:ext>
            </a:extLst>
          </p:cNvPr>
          <p:cNvSpPr txBox="1"/>
          <p:nvPr/>
        </p:nvSpPr>
        <p:spPr>
          <a:xfrm>
            <a:off x="4597032" y="8601719"/>
            <a:ext cx="1968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C609D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NNONNONONOO</a:t>
            </a:r>
            <a:endParaRPr lang="en-BR" b="1" dirty="0">
              <a:solidFill>
                <a:srgbClr val="0C609D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864B18-E975-2D38-093E-016E4CCCBCD5}"/>
              </a:ext>
            </a:extLst>
          </p:cNvPr>
          <p:cNvSpPr txBox="1"/>
          <p:nvPr/>
        </p:nvSpPr>
        <p:spPr>
          <a:xfrm>
            <a:off x="4436340" y="9132930"/>
            <a:ext cx="2171111" cy="565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24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Lorem ipsum dolor sit </a:t>
            </a:r>
            <a:r>
              <a:rPr lang="en-US" sz="1024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US" sz="1024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24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consectetuer</a:t>
            </a:r>
            <a:r>
              <a:rPr lang="en-US" sz="1024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US" sz="1024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US" sz="1024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sed diam </a:t>
            </a:r>
            <a:r>
              <a:rPr lang="en-US" sz="1024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nonummy</a:t>
            </a:r>
            <a:r>
              <a:rPr lang="en-US" sz="1024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nibh</a:t>
            </a:r>
            <a:r>
              <a:rPr lang="en-US" sz="1024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24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euin</a:t>
            </a:r>
            <a:endParaRPr lang="en-BR" sz="1024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701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" descr="Window Dev Tools Vector SVG Icon - SVG Repo">
            <a:extLst>
              <a:ext uri="{FF2B5EF4-FFF2-40B4-BE49-F238E27FC236}">
                <a16:creationId xmlns:a16="http://schemas.microsoft.com/office/drawing/2014/main" id="{EAE9463E-9880-5D77-34C8-B30D4C6D1D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7438" y="51927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AE919-82AE-A348-983C-712B86BD9E8C}"/>
              </a:ext>
            </a:extLst>
          </p:cNvPr>
          <p:cNvSpPr txBox="1"/>
          <p:nvPr/>
        </p:nvSpPr>
        <p:spPr>
          <a:xfrm>
            <a:off x="1090051" y="1207005"/>
            <a:ext cx="1968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>
                <a:solidFill>
                  <a:srgbClr val="0C609D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ícones</a:t>
            </a:r>
            <a:endParaRPr lang="en-BR" b="1" dirty="0">
              <a:solidFill>
                <a:srgbClr val="0C609D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78" name="Picture 6" descr="Agenda - Download Ícones grátis">
            <a:extLst>
              <a:ext uri="{FF2B5EF4-FFF2-40B4-BE49-F238E27FC236}">
                <a16:creationId xmlns:a16="http://schemas.microsoft.com/office/drawing/2014/main" id="{9B8AAAA6-3B91-3014-7884-FCE06F315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66" y="2193116"/>
            <a:ext cx="896800" cy="89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Download Agenda Icon in SVG &amp; PNG">
            <a:extLst>
              <a:ext uri="{FF2B5EF4-FFF2-40B4-BE49-F238E27FC236}">
                <a16:creationId xmlns:a16="http://schemas.microsoft.com/office/drawing/2014/main" id="{5AC44181-6737-01C3-F39D-B60F32200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616" y="2054761"/>
            <a:ext cx="1214748" cy="1214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Código descrito programação sinais - Download Ícones grátis">
            <a:extLst>
              <a:ext uri="{FF2B5EF4-FFF2-40B4-BE49-F238E27FC236}">
                <a16:creationId xmlns:a16="http://schemas.microsoft.com/office/drawing/2014/main" id="{53645ED0-8751-2E7C-DC2E-6C15BD2E3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364" y="2074587"/>
            <a:ext cx="1175096" cy="1175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Alerta - ícones de sinais grátis">
            <a:extLst>
              <a:ext uri="{FF2B5EF4-FFF2-40B4-BE49-F238E27FC236}">
                <a16:creationId xmlns:a16="http://schemas.microsoft.com/office/drawing/2014/main" id="{FEC2CF23-B175-876F-53D0-CBDD02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865" y="3575104"/>
            <a:ext cx="995362" cy="99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Alerta - ícones de segurança grátis">
            <a:extLst>
              <a:ext uri="{FF2B5EF4-FFF2-40B4-BE49-F238E27FC236}">
                <a16:creationId xmlns:a16="http://schemas.microsoft.com/office/drawing/2014/main" id="{49958892-5E34-F785-51FC-16E6BEA04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388" y="165368"/>
            <a:ext cx="59415" cy="5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Alerta - ícones de formas e símbolos grátis">
            <a:extLst>
              <a:ext uri="{FF2B5EF4-FFF2-40B4-BE49-F238E27FC236}">
                <a16:creationId xmlns:a16="http://schemas.microsoft.com/office/drawing/2014/main" id="{2624F496-F12D-FDE4-BE17-580D91D81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097" y="2793411"/>
            <a:ext cx="176265" cy="17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Reprodutor de vídeo - ícones de ui grátis">
            <a:extLst>
              <a:ext uri="{FF2B5EF4-FFF2-40B4-BE49-F238E27FC236}">
                <a16:creationId xmlns:a16="http://schemas.microsoft.com/office/drawing/2014/main" id="{9EF69979-7D9C-D4D4-A0CD-391E70999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054" y="3672319"/>
            <a:ext cx="1018209" cy="101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Seo dicas interface - Ícones SEO e Web">
            <a:extLst>
              <a:ext uri="{FF2B5EF4-FFF2-40B4-BE49-F238E27FC236}">
                <a16:creationId xmlns:a16="http://schemas.microsoft.com/office/drawing/2014/main" id="{70BACBF2-6B3C-1263-F728-8312DD729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785" y="3621952"/>
            <a:ext cx="849588" cy="84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ícone De Dicas De Marcador ícone De Cor Vetor De Contorno De Cores  Ilustração do Vetor - Ilustração de halogênio, isolado: 237891248">
            <a:extLst>
              <a:ext uri="{FF2B5EF4-FFF2-40B4-BE49-F238E27FC236}">
                <a16:creationId xmlns:a16="http://schemas.microsoft.com/office/drawing/2014/main" id="{352AABCD-4D2E-5C76-156A-3A5D870E8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66" y="4826623"/>
            <a:ext cx="1038567" cy="103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Página 31 | Smiley Fechado Imagens – Download Grátis no Freepik">
            <a:extLst>
              <a:ext uri="{FF2B5EF4-FFF2-40B4-BE49-F238E27FC236}">
                <a16:creationId xmlns:a16="http://schemas.microsoft.com/office/drawing/2014/main" id="{41938965-D764-0D6E-73D3-DE62BEF0D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563" y="4907860"/>
            <a:ext cx="876092" cy="87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0" name="Picture 28" descr="Curiosidade - ícones de diversos grátis">
            <a:extLst>
              <a:ext uri="{FF2B5EF4-FFF2-40B4-BE49-F238E27FC236}">
                <a16:creationId xmlns:a16="http://schemas.microsoft.com/office/drawing/2014/main" id="{B982365F-886B-B82A-5E9D-BFE509354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382" y="6285365"/>
            <a:ext cx="145405" cy="14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30" descr="Nerd - ícones de pessoas grátis">
            <a:extLst>
              <a:ext uri="{FF2B5EF4-FFF2-40B4-BE49-F238E27FC236}">
                <a16:creationId xmlns:a16="http://schemas.microsoft.com/office/drawing/2014/main" id="{6EE3F0BC-22AE-E4D1-DCF3-1D9BDFCFF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66" y="5995233"/>
            <a:ext cx="910372" cy="91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4" name="Picture 32" descr="Tools - Free edit tools icons">
            <a:extLst>
              <a:ext uri="{FF2B5EF4-FFF2-40B4-BE49-F238E27FC236}">
                <a16:creationId xmlns:a16="http://schemas.microsoft.com/office/drawing/2014/main" id="{5BBB381C-AADD-5526-67B4-68A3A2145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60" y="5930117"/>
            <a:ext cx="1007200" cy="100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34" descr="ícone Da Ferramenta PNG , Aço, Técnico, Sprocket Imagem PNG e PSD Para  Download Gratuito">
            <a:extLst>
              <a:ext uri="{FF2B5EF4-FFF2-40B4-BE49-F238E27FC236}">
                <a16:creationId xmlns:a16="http://schemas.microsoft.com/office/drawing/2014/main" id="{85034652-02F5-EFC3-12B5-2BE2EF39D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058" y="5995233"/>
            <a:ext cx="951289" cy="95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36" descr="Treinamento - ícones de pessoas grátis">
            <a:extLst>
              <a:ext uri="{FF2B5EF4-FFF2-40B4-BE49-F238E27FC236}">
                <a16:creationId xmlns:a16="http://schemas.microsoft.com/office/drawing/2014/main" id="{295C17E7-DCEE-B24D-15B1-AF3ADA6F2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270" y="4907860"/>
            <a:ext cx="876092" cy="87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5C32A4F-4557-05CC-92D5-34E5B37DF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5597960"/>
              </p:ext>
            </p:extLst>
          </p:nvPr>
        </p:nvGraphicFramePr>
        <p:xfrm>
          <a:off x="859511" y="7940814"/>
          <a:ext cx="2824680" cy="1974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7CB1E41-F61F-5BE5-519C-809C6E4F4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87609"/>
              </p:ext>
            </p:extLst>
          </p:nvPr>
        </p:nvGraphicFramePr>
        <p:xfrm>
          <a:off x="3957524" y="7536713"/>
          <a:ext cx="2615553" cy="2545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851">
                  <a:extLst>
                    <a:ext uri="{9D8B030D-6E8A-4147-A177-3AD203B41FA5}">
                      <a16:colId xmlns:a16="http://schemas.microsoft.com/office/drawing/2014/main" val="721820619"/>
                    </a:ext>
                  </a:extLst>
                </a:gridCol>
                <a:gridCol w="871851">
                  <a:extLst>
                    <a:ext uri="{9D8B030D-6E8A-4147-A177-3AD203B41FA5}">
                      <a16:colId xmlns:a16="http://schemas.microsoft.com/office/drawing/2014/main" val="1710498055"/>
                    </a:ext>
                  </a:extLst>
                </a:gridCol>
                <a:gridCol w="871851">
                  <a:extLst>
                    <a:ext uri="{9D8B030D-6E8A-4147-A177-3AD203B41FA5}">
                      <a16:colId xmlns:a16="http://schemas.microsoft.com/office/drawing/2014/main" val="3887006442"/>
                    </a:ext>
                  </a:extLst>
                </a:gridCol>
              </a:tblGrid>
              <a:tr h="260376"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0C609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0C609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0C60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912493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93188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176177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690896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620121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826589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33541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BR" dirty="0"/>
                    </a:p>
                  </a:txBody>
                  <a:tcPr>
                    <a:solidFill>
                      <a:srgbClr val="20C591">
                        <a:alpha val="1572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879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08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TextBox 3100">
            <a:extLst>
              <a:ext uri="{FF2B5EF4-FFF2-40B4-BE49-F238E27FC236}">
                <a16:creationId xmlns:a16="http://schemas.microsoft.com/office/drawing/2014/main" id="{7CC52E75-ED6A-8AE6-8500-F9CC42202ACD}"/>
              </a:ext>
            </a:extLst>
          </p:cNvPr>
          <p:cNvSpPr txBox="1"/>
          <p:nvPr/>
        </p:nvSpPr>
        <p:spPr>
          <a:xfrm>
            <a:off x="663597" y="1128120"/>
            <a:ext cx="4408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Título</a:t>
            </a:r>
            <a:r>
              <a:rPr lang="en-US" sz="2000" b="1" dirty="0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 da aula </a:t>
            </a:r>
            <a:r>
              <a:rPr lang="en-US" sz="2000" b="1" dirty="0" err="1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aqui</a:t>
            </a:r>
            <a:endParaRPr lang="en-BR" sz="2000" b="1" dirty="0">
              <a:solidFill>
                <a:srgbClr val="20C591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102" name="Picture 10" descr="Developer - Free computer icons">
            <a:extLst>
              <a:ext uri="{FF2B5EF4-FFF2-40B4-BE49-F238E27FC236}">
                <a16:creationId xmlns:a16="http://schemas.microsoft.com/office/drawing/2014/main" id="{BCDAB0D2-D264-70F5-22DB-9251A8AAE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789" y="1276670"/>
            <a:ext cx="1089727" cy="108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02FB52-12D8-99E2-F3FF-368680D43495}"/>
              </a:ext>
            </a:extLst>
          </p:cNvPr>
          <p:cNvSpPr txBox="1"/>
          <p:nvPr/>
        </p:nvSpPr>
        <p:spPr>
          <a:xfrm>
            <a:off x="697160" y="2413860"/>
            <a:ext cx="6128336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00" b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 vastidão do mundo digital, onde dispositivos e sistemas interagem para transmitir informações e dados, os protocolos de comunicação desempenham um papel essencial. </a:t>
            </a:r>
          </a:p>
          <a:p>
            <a:pPr algn="just"/>
            <a:r>
              <a:rPr lang="pt-BR" sz="1000" b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os protocolos que, em muitos aspectos, possibilitam que nossa era de conectividade global seja tão dinâmica e eficiente. </a:t>
            </a:r>
          </a:p>
          <a:p>
            <a:pPr algn="just"/>
            <a:r>
              <a:rPr lang="pt-BR" sz="1000" b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Neste encontro, exploraremos o que são protocolos de comunicação e por que eles são elementos fundamentais na transmissão de dados.</a:t>
            </a:r>
            <a:endParaRPr lang="pt-BR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F1A2A-ED97-432A-EB57-B843B7DCBAC2}"/>
              </a:ext>
            </a:extLst>
          </p:cNvPr>
          <p:cNvSpPr txBox="1"/>
          <p:nvPr/>
        </p:nvSpPr>
        <p:spPr>
          <a:xfrm>
            <a:off x="697160" y="1917545"/>
            <a:ext cx="2860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rgbClr val="0C609D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858828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C1FE0D-351B-2027-F75D-2C7AB068D587}"/>
              </a:ext>
            </a:extLst>
          </p:cNvPr>
          <p:cNvSpPr txBox="1"/>
          <p:nvPr/>
        </p:nvSpPr>
        <p:spPr>
          <a:xfrm>
            <a:off x="663597" y="1665423"/>
            <a:ext cx="62174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US" sz="1000" kern="10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conteúdo aqui</a:t>
            </a:r>
            <a:endParaRPr lang="en-US" sz="1000" kern="100" dirty="0">
              <a:effectLst/>
              <a:latin typeface="Tahoma" panose="020B0604030504040204" pitchFamily="34" charset="0"/>
              <a:ea typeface="Calibri" panose="020F0502020204030204" pitchFamily="34" charset="0"/>
            </a:endParaRPr>
          </a:p>
        </p:txBody>
      </p:sp>
      <p:sp>
        <p:nvSpPr>
          <p:cNvPr id="3101" name="TextBox 3100">
            <a:extLst>
              <a:ext uri="{FF2B5EF4-FFF2-40B4-BE49-F238E27FC236}">
                <a16:creationId xmlns:a16="http://schemas.microsoft.com/office/drawing/2014/main" id="{7CC52E75-ED6A-8AE6-8500-F9CC42202ACD}"/>
              </a:ext>
            </a:extLst>
          </p:cNvPr>
          <p:cNvSpPr txBox="1"/>
          <p:nvPr/>
        </p:nvSpPr>
        <p:spPr>
          <a:xfrm>
            <a:off x="663597" y="1128120"/>
            <a:ext cx="4408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Título</a:t>
            </a:r>
            <a:r>
              <a:rPr lang="en-US" sz="2000" b="1" dirty="0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 da aula </a:t>
            </a:r>
            <a:r>
              <a:rPr lang="en-US" sz="2000" b="1" dirty="0" err="1">
                <a:solidFill>
                  <a:srgbClr val="20C591"/>
                </a:solidFill>
                <a:latin typeface="Fago Office Serif" pitchFamily="2" charset="77"/>
                <a:ea typeface="Tahoma" panose="020B0604030504040204" pitchFamily="34" charset="0"/>
                <a:cs typeface="Tahoma" panose="020B0604030504040204" pitchFamily="34" charset="0"/>
              </a:rPr>
              <a:t>aqui</a:t>
            </a:r>
            <a:endParaRPr lang="en-BR" sz="2000" b="1" dirty="0">
              <a:solidFill>
                <a:srgbClr val="20C591"/>
              </a:solidFill>
              <a:latin typeface="Fago Office Serif" pitchFamily="2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46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1524</TotalTime>
  <Words>619</Words>
  <Application>Microsoft Office PowerPoint</Application>
  <PresentationFormat>Custom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Fago Office Serif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vitor predator</cp:lastModifiedBy>
  <cp:revision>27</cp:revision>
  <dcterms:created xsi:type="dcterms:W3CDTF">2022-10-18T14:47:20Z</dcterms:created>
  <dcterms:modified xsi:type="dcterms:W3CDTF">2023-11-04T19:19:14Z</dcterms:modified>
</cp:coreProperties>
</file>